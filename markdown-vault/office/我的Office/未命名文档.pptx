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 type="screen16x9"/>
  <p:notesSz cx="6858000" cy="9144000"/>
  <p:defaultTextStyle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4472C4" accent2="ED7D31" accent3="A5A5A5" accent4="FFC000" accent5="5B9BD5" accent6="70AD47" bg1="lt1" bg2="lt2" folHlink="folHlink" hlink="hlink" tx1="dk1" tx2="dk2"/>
  <p:sldLayoutIdLst>
    <p:sldLayoutId id="1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/>
          <p:nvPr/>
        </p:nvSpPr>
        <p:spPr>
          <a:xfrm>
            <a:off x="914400" y="2286000"/>
            <a:ext cx="10363200" cy="11430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zh-CN" sz="3000" b="1">
                <a:solidFill>
                  <a:srgbClr val="243247"/>
                </a:solidFill>
              </a:rPr>
              <a:t>未命名文档</a:t>
            </a:r>
            <a:endParaRPr lang="zh-C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deScope">
  <a:themeElements>
    <a:clrScheme name="CodeScope">
      <a:dk1>
        <a:sysClr val="windowText" lastClr="000000"/>
      </a:dk1>
      <a:lt1>
        <a:sysClr val="window" lastClr="FFFFFF"/>
      </a:lt1>
      <a:dk2>
        <a:srgbClr val="243247"/>
      </a:dk2>
      <a:lt2>
        <a:srgbClr val="F7F9FC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odeScope">
      <a:majorFont>
        <a:latin typeface="Aptos Display"/>
        <a:ea typeface="等线"/>
        <a:cs typeface="Arial"/>
      </a:majorFont>
      <a:minorFont>
        <a:latin typeface="Aptos"/>
        <a:ea typeface="等线"/>
        <a:cs typeface="Arial"/>
      </a:minorFont>
    </a:fontScheme>
    <a:fmtScheme name="CodeScope">
      <a:fillStyleLst>
        <a:solidFill>
          <a:schemeClr val="phClr"/>
        </a:solidFill>
        <a:solidFill>
          <a:schemeClr val="accent1"/>
        </a:solidFill>
        <a:solidFill>
          <a:schemeClr val="accent2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lt1"/>
        </a:solidFill>
        <a:solidFill>
          <a:schemeClr val="lt2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CodeScope</Application>
  <PresentationFormat>宽屏</PresentationFormat>
  <Slides>1</Slides>
  <Notes>0</Not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未命名文档</dc:title>
  <dc:creator>CodeScope</dc:creator>
  <cp:lastModifiedBy>CodeScope</cp:lastModifiedBy>
  <dcterms:created xsi:type="dcterms:W3CDTF">2026-09-13T11:48:08.595Z</dcterms:created>
</cp:coreProperties>
</file>